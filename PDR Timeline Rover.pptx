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handoutMasterIdLst>
    <p:handoutMasterId r:id="rId7"/>
  </p:handoutMasterIdLst>
  <p:sldIdLst>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varScale="1">
        <p:scale>
          <a:sx n="90" d="100"/>
          <a:sy n="90" d="100"/>
        </p:scale>
        <p:origin x="87" y="156"/>
      </p:cViewPr>
      <p:guideLst>
        <p:guide orient="horz" pos="2160"/>
        <p:guide pos="3840"/>
      </p:guideLst>
    </p:cSldViewPr>
  </p:slideViewPr>
  <p:notesTextViewPr>
    <p:cViewPr>
      <p:scale>
        <a:sx n="1" d="1"/>
        <a:sy n="1" d="1"/>
      </p:scale>
      <p:origin x="0" y="0"/>
    </p:cViewPr>
  </p:notesText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085546-7C7C-4B3E-ABEB-2669F1A65FB2}" type="doc">
      <dgm:prSet loTypeId="urn:microsoft.com/office/officeart/2016/7/layout/HexagonTimeline" loCatId="process" qsTypeId="urn:microsoft.com/office/officeart/2005/8/quickstyle/simple2" qsCatId="simple" csTypeId="urn:microsoft.com/office/officeart/2005/8/colors/accent1_2" csCatId="accent1" phldr="1"/>
      <dgm:spPr/>
      <dgm:t>
        <a:bodyPr/>
        <a:lstStyle/>
        <a:p>
          <a:endParaRPr lang="en-US"/>
        </a:p>
      </dgm:t>
    </dgm:pt>
    <dgm:pt modelId="{9DCEA5FC-4640-45AF-B712-7A4FD94AEF0D}">
      <dgm:prSet phldrT="[Text]" custT="1"/>
      <dgm:spPr/>
      <dgm:t>
        <a:bodyPr/>
        <a:lstStyle/>
        <a:p>
          <a:r>
            <a:rPr lang="en-US" sz="1100" dirty="0"/>
            <a:t>October 31</a:t>
          </a:r>
        </a:p>
      </dgm:t>
    </dgm:pt>
    <dgm:pt modelId="{929A5FD9-0612-4B79-9B59-C3C36D34A069}" type="parTrans" cxnId="{DBD99269-D7F7-4B47-B17B-A5AE402751D9}">
      <dgm:prSet/>
      <dgm:spPr/>
      <dgm:t>
        <a:bodyPr/>
        <a:lstStyle/>
        <a:p>
          <a:endParaRPr lang="en-US"/>
        </a:p>
      </dgm:t>
    </dgm:pt>
    <dgm:pt modelId="{0A99745B-BB5C-49B3-A782-8DB57641F6C9}" type="sibTrans" cxnId="{DBD99269-D7F7-4B47-B17B-A5AE402751D9}">
      <dgm:prSet/>
      <dgm:spPr/>
      <dgm:t>
        <a:bodyPr/>
        <a:lstStyle/>
        <a:p>
          <a:endParaRPr lang="en-US"/>
        </a:p>
      </dgm:t>
    </dgm:pt>
    <dgm:pt modelId="{831701CF-77C7-46C0-A913-8CC39517BAB8}">
      <dgm:prSet phldrT="[Text]"/>
      <dgm:spPr/>
      <dgm:t>
        <a:bodyPr/>
        <a:lstStyle/>
        <a:p>
          <a:pPr>
            <a:buFont typeface="Arial" panose="020B0604020202020204" pitchFamily="34" charset="0"/>
            <a:buNone/>
          </a:pPr>
          <a:r>
            <a:rPr lang="en-US" dirty="0"/>
            <a:t>1. Define all GUI and system? requirements </a:t>
          </a:r>
        </a:p>
        <a:p>
          <a:pPr>
            <a:buFont typeface="Arial" panose="020B0604020202020204" pitchFamily="34" charset="0"/>
            <a:buNone/>
          </a:pPr>
          <a:r>
            <a:rPr lang="en-US" dirty="0"/>
            <a:t>2. Finish UI/UX Design</a:t>
          </a:r>
        </a:p>
      </dgm:t>
    </dgm:pt>
    <dgm:pt modelId="{13FBC60D-3EA6-4496-BA97-C1AE8C7F8961}" type="parTrans" cxnId="{39A11E5C-7A57-4117-A6DF-36000C29509C}">
      <dgm:prSet/>
      <dgm:spPr/>
      <dgm:t>
        <a:bodyPr/>
        <a:lstStyle/>
        <a:p>
          <a:endParaRPr lang="en-US"/>
        </a:p>
      </dgm:t>
    </dgm:pt>
    <dgm:pt modelId="{75156CDF-E17B-4DAD-AE37-EA44D7F37090}" type="sibTrans" cxnId="{39A11E5C-7A57-4117-A6DF-36000C29509C}">
      <dgm:prSet/>
      <dgm:spPr/>
      <dgm:t>
        <a:bodyPr/>
        <a:lstStyle/>
        <a:p>
          <a:endParaRPr lang="en-US"/>
        </a:p>
      </dgm:t>
    </dgm:pt>
    <dgm:pt modelId="{096A9AF0-0DAE-4EB3-B448-4501DA034F4A}">
      <dgm:prSet phldrT="[Text]" custT="1"/>
      <dgm:spPr/>
      <dgm:t>
        <a:bodyPr/>
        <a:lstStyle/>
        <a:p>
          <a:r>
            <a:rPr lang="en-US" sz="1100" dirty="0"/>
            <a:t>November 15</a:t>
          </a:r>
        </a:p>
      </dgm:t>
    </dgm:pt>
    <dgm:pt modelId="{8CE6ABD6-768E-42C8-9029-C3B5F278B21C}" type="parTrans" cxnId="{CA0753BD-DB60-4D68-8486-5B376B839B26}">
      <dgm:prSet/>
      <dgm:spPr/>
      <dgm:t>
        <a:bodyPr/>
        <a:lstStyle/>
        <a:p>
          <a:endParaRPr lang="en-US"/>
        </a:p>
      </dgm:t>
    </dgm:pt>
    <dgm:pt modelId="{6B0D7DA9-E6ED-4137-9716-F48BF62327A8}" type="sibTrans" cxnId="{CA0753BD-DB60-4D68-8486-5B376B839B26}">
      <dgm:prSet/>
      <dgm:spPr/>
      <dgm:t>
        <a:bodyPr/>
        <a:lstStyle/>
        <a:p>
          <a:endParaRPr lang="en-US"/>
        </a:p>
      </dgm:t>
    </dgm:pt>
    <dgm:pt modelId="{CA6B1BA0-B2FC-48AD-8EDA-F4AAA4AF2782}">
      <dgm:prSet custT="1"/>
      <dgm:spPr/>
      <dgm:t>
        <a:bodyPr/>
        <a:lstStyle/>
        <a:p>
          <a:r>
            <a:rPr lang="en-US" sz="1100" dirty="0"/>
            <a:t>November 30</a:t>
          </a:r>
        </a:p>
      </dgm:t>
    </dgm:pt>
    <dgm:pt modelId="{D7D3AA07-BCB9-4212-A556-E90870FB1413}" type="parTrans" cxnId="{CD6B6EE8-3813-4EF1-BFEC-C005A3326D63}">
      <dgm:prSet/>
      <dgm:spPr/>
      <dgm:t>
        <a:bodyPr/>
        <a:lstStyle/>
        <a:p>
          <a:endParaRPr lang="en-US"/>
        </a:p>
      </dgm:t>
    </dgm:pt>
    <dgm:pt modelId="{39FB540D-D808-4040-9A37-0AC474C0212F}" type="sibTrans" cxnId="{CD6B6EE8-3813-4EF1-BFEC-C005A3326D63}">
      <dgm:prSet/>
      <dgm:spPr/>
      <dgm:t>
        <a:bodyPr/>
        <a:lstStyle/>
        <a:p>
          <a:endParaRPr lang="en-US"/>
        </a:p>
      </dgm:t>
    </dgm:pt>
    <dgm:pt modelId="{92921081-529B-4D1C-83A4-C416BB4C5224}">
      <dgm:prSet/>
      <dgm:spPr/>
      <dgm:t>
        <a:bodyPr/>
        <a:lstStyle/>
        <a:p>
          <a:pPr>
            <a:buFont typeface="Arial" panose="020B0604020202020204" pitchFamily="34" charset="0"/>
            <a:buNone/>
          </a:pPr>
          <a:r>
            <a:rPr lang="en-US" dirty="0"/>
            <a:t>Define software specifications/ project solutions </a:t>
          </a:r>
          <a:r>
            <a:rPr lang="en-US"/>
            <a:t>to requirements</a:t>
          </a:r>
          <a:endParaRPr lang="en-US" dirty="0"/>
        </a:p>
      </dgm:t>
    </dgm:pt>
    <dgm:pt modelId="{5AD2C2F8-A1D7-469B-93D8-B578BEFE51F8}" type="parTrans" cxnId="{B05C4C7C-FEB8-4825-98A0-C38D3021918A}">
      <dgm:prSet/>
      <dgm:spPr/>
      <dgm:t>
        <a:bodyPr/>
        <a:lstStyle/>
        <a:p>
          <a:endParaRPr lang="en-US"/>
        </a:p>
      </dgm:t>
    </dgm:pt>
    <dgm:pt modelId="{ECC13403-1F53-4ED4-AE4F-334EEC7C8710}" type="sibTrans" cxnId="{B05C4C7C-FEB8-4825-98A0-C38D3021918A}">
      <dgm:prSet/>
      <dgm:spPr/>
      <dgm:t>
        <a:bodyPr/>
        <a:lstStyle/>
        <a:p>
          <a:endParaRPr lang="en-US"/>
        </a:p>
      </dgm:t>
    </dgm:pt>
    <dgm:pt modelId="{3CB04A44-4013-4CA7-90FD-29AFC3C15E37}">
      <dgm:prSet/>
      <dgm:spPr/>
      <dgm:t>
        <a:bodyPr/>
        <a:lstStyle/>
        <a:p>
          <a:r>
            <a:rPr lang="en-US" dirty="0"/>
            <a:t>Finish software design (Functional/nonfunctional requirements, software architecture and technical stack) </a:t>
          </a:r>
        </a:p>
      </dgm:t>
    </dgm:pt>
    <dgm:pt modelId="{ECEE936A-E3CC-4209-BECC-1CD0C85A2B72}" type="parTrans" cxnId="{24A8F052-3377-4BA4-8C62-CCF5039C85D7}">
      <dgm:prSet/>
      <dgm:spPr/>
      <dgm:t>
        <a:bodyPr/>
        <a:lstStyle/>
        <a:p>
          <a:endParaRPr lang="en-US"/>
        </a:p>
      </dgm:t>
    </dgm:pt>
    <dgm:pt modelId="{D7A8F7A0-47A3-4464-B3B7-E0806DF46627}" type="sibTrans" cxnId="{24A8F052-3377-4BA4-8C62-CCF5039C85D7}">
      <dgm:prSet/>
      <dgm:spPr/>
      <dgm:t>
        <a:bodyPr/>
        <a:lstStyle/>
        <a:p>
          <a:endParaRPr lang="en-US"/>
        </a:p>
      </dgm:t>
    </dgm:pt>
    <dgm:pt modelId="{212ADAAB-D5CB-4BBC-8DAF-7340FD334994}">
      <dgm:prSet custT="1"/>
      <dgm:spPr/>
      <dgm:t>
        <a:bodyPr/>
        <a:lstStyle/>
        <a:p>
          <a:r>
            <a:rPr lang="en-US" sz="1100" dirty="0"/>
            <a:t>December 12</a:t>
          </a:r>
        </a:p>
      </dgm:t>
    </dgm:pt>
    <dgm:pt modelId="{45F6D312-A686-491E-95E3-EFB9640CC472}" type="parTrans" cxnId="{C8C7266C-2A0C-476A-85B3-F12BE2521F4C}">
      <dgm:prSet/>
      <dgm:spPr/>
      <dgm:t>
        <a:bodyPr/>
        <a:lstStyle/>
        <a:p>
          <a:endParaRPr lang="en-US"/>
        </a:p>
      </dgm:t>
    </dgm:pt>
    <dgm:pt modelId="{AB2787E4-2A8B-428D-A4AE-2B14DCFFC4E7}" type="sibTrans" cxnId="{C8C7266C-2A0C-476A-85B3-F12BE2521F4C}">
      <dgm:prSet/>
      <dgm:spPr/>
      <dgm:t>
        <a:bodyPr/>
        <a:lstStyle/>
        <a:p>
          <a:endParaRPr lang="en-US"/>
        </a:p>
      </dgm:t>
    </dgm:pt>
    <dgm:pt modelId="{2AEE5C11-34AE-4EB7-8907-9BED418EA471}">
      <dgm:prSet/>
      <dgm:spPr/>
      <dgm:t>
        <a:bodyPr/>
        <a:lstStyle/>
        <a:p>
          <a:r>
            <a:rPr lang="en-US" dirty="0"/>
            <a:t>Submit PDR</a:t>
          </a:r>
        </a:p>
      </dgm:t>
    </dgm:pt>
    <dgm:pt modelId="{2E14AD1F-C7EA-45AE-ADC0-0EE92A6516CB}" type="parTrans" cxnId="{DD687B5C-28C8-4088-99B8-D375C5FDAE4A}">
      <dgm:prSet/>
      <dgm:spPr/>
      <dgm:t>
        <a:bodyPr/>
        <a:lstStyle/>
        <a:p>
          <a:endParaRPr lang="en-US"/>
        </a:p>
      </dgm:t>
    </dgm:pt>
    <dgm:pt modelId="{F36FDDA0-6B91-47CB-8114-B6F076E55FC8}" type="sibTrans" cxnId="{DD687B5C-28C8-4088-99B8-D375C5FDAE4A}">
      <dgm:prSet/>
      <dgm:spPr/>
      <dgm:t>
        <a:bodyPr/>
        <a:lstStyle/>
        <a:p>
          <a:endParaRPr lang="en-US"/>
        </a:p>
      </dgm:t>
    </dgm:pt>
    <dgm:pt modelId="{5F921152-9384-47DF-B8E9-E72D0C53A843}" type="pres">
      <dgm:prSet presAssocID="{63085546-7C7C-4B3E-ABEB-2669F1A65FB2}" presName="Name0" presStyleCnt="0">
        <dgm:presLayoutVars>
          <dgm:chMax/>
          <dgm:chPref/>
          <dgm:animLvl val="lvl"/>
        </dgm:presLayoutVars>
      </dgm:prSet>
      <dgm:spPr/>
    </dgm:pt>
    <dgm:pt modelId="{F8B36E6C-C1EF-4E5A-A571-AE18D31F25A7}" type="pres">
      <dgm:prSet presAssocID="{9DCEA5FC-4640-45AF-B712-7A4FD94AEF0D}" presName="composite" presStyleCnt="0"/>
      <dgm:spPr/>
    </dgm:pt>
    <dgm:pt modelId="{D8FDC703-BDCB-4076-9523-E30657D3FBEC}" type="pres">
      <dgm:prSet presAssocID="{9DCEA5FC-4640-45AF-B712-7A4FD94AEF0D}" presName="Parent1" presStyleLbl="alignNode1" presStyleIdx="0" presStyleCnt="4" custScaleX="97271" custScaleY="97271" custLinFactNeighborY="0">
        <dgm:presLayoutVars>
          <dgm:chMax val="1"/>
          <dgm:chPref val="1"/>
          <dgm:bulletEnabled val="1"/>
        </dgm:presLayoutVars>
      </dgm:prSet>
      <dgm:spPr/>
    </dgm:pt>
    <dgm:pt modelId="{E20F6FBA-79EE-464D-B80B-A2452E8154E8}" type="pres">
      <dgm:prSet presAssocID="{9DCEA5FC-4640-45AF-B712-7A4FD94AEF0D}" presName="Childtext1" presStyleLbl="revTx" presStyleIdx="0" presStyleCnt="4">
        <dgm:presLayoutVars>
          <dgm:chMax val="0"/>
          <dgm:chPref val="0"/>
          <dgm:bulletEnabled/>
        </dgm:presLayoutVars>
      </dgm:prSet>
      <dgm:spPr/>
    </dgm:pt>
    <dgm:pt modelId="{1E94F6A7-8DDE-4C87-A134-3E5F2C1ABE68}" type="pres">
      <dgm:prSet presAssocID="{9DCEA5FC-4640-45AF-B712-7A4FD94AEF0D}" presName="ConnectLine" presStyleLbl="sibTrans1D1" presStyleIdx="0" presStyleCnt="4"/>
      <dgm:spPr>
        <a:noFill/>
        <a:ln w="12700" cap="flat" cmpd="sng" algn="ctr">
          <a:solidFill>
            <a:schemeClr val="accent1">
              <a:hueOff val="0"/>
              <a:satOff val="0"/>
              <a:lumOff val="0"/>
              <a:alphaOff val="0"/>
            </a:schemeClr>
          </a:solidFill>
          <a:prstDash val="dash"/>
          <a:miter lim="800000"/>
        </a:ln>
        <a:effectLst/>
      </dgm:spPr>
    </dgm:pt>
    <dgm:pt modelId="{8EB8A2AD-C798-4FAE-A825-A5BF2B46E920}" type="pres">
      <dgm:prSet presAssocID="{9DCEA5FC-4640-45AF-B712-7A4FD94AEF0D}" presName="ConnectLineEnd" presStyleLbl="node1" presStyleIdx="0" presStyleCnt="4"/>
      <dgm:spPr>
        <a:prstGeom prst="diamond">
          <a:avLst/>
        </a:prstGeom>
      </dgm:spPr>
    </dgm:pt>
    <dgm:pt modelId="{A10B4A03-964D-4886-85C4-71A6954ABDCA}" type="pres">
      <dgm:prSet presAssocID="{9DCEA5FC-4640-45AF-B712-7A4FD94AEF0D}" presName="EmptyPane" presStyleCnt="0"/>
      <dgm:spPr/>
    </dgm:pt>
    <dgm:pt modelId="{B83DEA66-1806-4316-857B-546C6C0ABDBC}" type="pres">
      <dgm:prSet presAssocID="{0A99745B-BB5C-49B3-A782-8DB57641F6C9}" presName="spaceBetweenRectangles" presStyleLbl="fgAcc1" presStyleIdx="0" presStyleCnt="3"/>
      <dgm:spPr/>
    </dgm:pt>
    <dgm:pt modelId="{02729628-BF65-48E9-9810-7D4F7F2E81FF}" type="pres">
      <dgm:prSet presAssocID="{096A9AF0-0DAE-4EB3-B448-4501DA034F4A}" presName="composite" presStyleCnt="0"/>
      <dgm:spPr/>
    </dgm:pt>
    <dgm:pt modelId="{DF8C3026-7247-4C69-87F8-5D5E7C9A3FD0}" type="pres">
      <dgm:prSet presAssocID="{096A9AF0-0DAE-4EB3-B448-4501DA034F4A}" presName="Parent1" presStyleLbl="alignNode1" presStyleIdx="1" presStyleCnt="4">
        <dgm:presLayoutVars>
          <dgm:chMax val="1"/>
          <dgm:chPref val="1"/>
          <dgm:bulletEnabled val="1"/>
        </dgm:presLayoutVars>
      </dgm:prSet>
      <dgm:spPr/>
    </dgm:pt>
    <dgm:pt modelId="{B8BEE52E-BB32-4A29-889D-98418E8AEC2C}" type="pres">
      <dgm:prSet presAssocID="{096A9AF0-0DAE-4EB3-B448-4501DA034F4A}" presName="Childtext1" presStyleLbl="revTx" presStyleIdx="1" presStyleCnt="4">
        <dgm:presLayoutVars>
          <dgm:chMax val="0"/>
          <dgm:chPref val="0"/>
          <dgm:bulletEnabled/>
        </dgm:presLayoutVars>
      </dgm:prSet>
      <dgm:spPr/>
    </dgm:pt>
    <dgm:pt modelId="{A24ACEDC-53F3-4F4F-ADA4-A1B743D31A1C}" type="pres">
      <dgm:prSet presAssocID="{096A9AF0-0DAE-4EB3-B448-4501DA034F4A}" presName="ConnectLine" presStyleLbl="sibTrans1D1" presStyleIdx="1" presStyleCnt="4"/>
      <dgm:spPr>
        <a:noFill/>
        <a:ln w="12700" cap="flat" cmpd="sng" algn="ctr">
          <a:solidFill>
            <a:schemeClr val="accent1">
              <a:hueOff val="0"/>
              <a:satOff val="0"/>
              <a:lumOff val="0"/>
              <a:alphaOff val="0"/>
            </a:schemeClr>
          </a:solidFill>
          <a:prstDash val="dash"/>
          <a:miter lim="800000"/>
        </a:ln>
        <a:effectLst/>
      </dgm:spPr>
    </dgm:pt>
    <dgm:pt modelId="{ED452210-013D-4950-8789-E67FF76A5191}" type="pres">
      <dgm:prSet presAssocID="{096A9AF0-0DAE-4EB3-B448-4501DA034F4A}" presName="ConnectLineEnd" presStyleLbl="node1" presStyleIdx="1" presStyleCnt="4"/>
      <dgm:spPr>
        <a:prstGeom prst="diamond">
          <a:avLst/>
        </a:prstGeom>
      </dgm:spPr>
    </dgm:pt>
    <dgm:pt modelId="{3C3A719C-9A3D-45A5-AF6C-44CB2262FFED}" type="pres">
      <dgm:prSet presAssocID="{096A9AF0-0DAE-4EB3-B448-4501DA034F4A}" presName="EmptyPane" presStyleCnt="0"/>
      <dgm:spPr/>
    </dgm:pt>
    <dgm:pt modelId="{740E9D1E-0907-4886-B962-E6A42470EA9E}" type="pres">
      <dgm:prSet presAssocID="{6B0D7DA9-E6ED-4137-9716-F48BF62327A8}" presName="spaceBetweenRectangles" presStyleLbl="fgAcc1" presStyleIdx="1" presStyleCnt="3"/>
      <dgm:spPr/>
    </dgm:pt>
    <dgm:pt modelId="{65AA0B6E-245D-4872-981C-37F4EBA3AF9C}" type="pres">
      <dgm:prSet presAssocID="{CA6B1BA0-B2FC-48AD-8EDA-F4AAA4AF2782}" presName="composite" presStyleCnt="0"/>
      <dgm:spPr/>
    </dgm:pt>
    <dgm:pt modelId="{80232FD9-5E8C-4C69-B2DA-83D44EDF19CF}" type="pres">
      <dgm:prSet presAssocID="{CA6B1BA0-B2FC-48AD-8EDA-F4AAA4AF2782}" presName="Parent1" presStyleLbl="alignNode1" presStyleIdx="2" presStyleCnt="4">
        <dgm:presLayoutVars>
          <dgm:chMax val="1"/>
          <dgm:chPref val="1"/>
          <dgm:bulletEnabled val="1"/>
        </dgm:presLayoutVars>
      </dgm:prSet>
      <dgm:spPr/>
    </dgm:pt>
    <dgm:pt modelId="{DF1E9D22-47D4-4C5C-A257-E840FAA8C83A}" type="pres">
      <dgm:prSet presAssocID="{CA6B1BA0-B2FC-48AD-8EDA-F4AAA4AF2782}" presName="Childtext1" presStyleLbl="revTx" presStyleIdx="2" presStyleCnt="4">
        <dgm:presLayoutVars>
          <dgm:chMax val="0"/>
          <dgm:chPref val="0"/>
          <dgm:bulletEnabled/>
        </dgm:presLayoutVars>
      </dgm:prSet>
      <dgm:spPr/>
    </dgm:pt>
    <dgm:pt modelId="{92880EB9-9372-4E08-BB3E-D5E2CB324333}" type="pres">
      <dgm:prSet presAssocID="{CA6B1BA0-B2FC-48AD-8EDA-F4AAA4AF2782}" presName="ConnectLine" presStyleLbl="sibTrans1D1" presStyleIdx="2" presStyleCnt="4"/>
      <dgm:spPr>
        <a:noFill/>
        <a:ln w="12700" cap="flat" cmpd="sng" algn="ctr">
          <a:solidFill>
            <a:schemeClr val="accent1">
              <a:hueOff val="0"/>
              <a:satOff val="0"/>
              <a:lumOff val="0"/>
              <a:alphaOff val="0"/>
            </a:schemeClr>
          </a:solidFill>
          <a:prstDash val="dash"/>
          <a:miter lim="800000"/>
        </a:ln>
        <a:effectLst/>
      </dgm:spPr>
    </dgm:pt>
    <dgm:pt modelId="{D7FE156B-76E4-4ED6-9666-E3256FB28C4F}" type="pres">
      <dgm:prSet presAssocID="{CA6B1BA0-B2FC-48AD-8EDA-F4AAA4AF2782}" presName="ConnectLineEnd" presStyleLbl="node1" presStyleIdx="2" presStyleCnt="4"/>
      <dgm:spPr>
        <a:prstGeom prst="diamond">
          <a:avLst/>
        </a:prstGeom>
      </dgm:spPr>
    </dgm:pt>
    <dgm:pt modelId="{67442576-64D6-41B0-B604-3949681A3248}" type="pres">
      <dgm:prSet presAssocID="{CA6B1BA0-B2FC-48AD-8EDA-F4AAA4AF2782}" presName="EmptyPane" presStyleCnt="0"/>
      <dgm:spPr/>
    </dgm:pt>
    <dgm:pt modelId="{78779B33-F697-45A1-8947-238C6735CAD7}" type="pres">
      <dgm:prSet presAssocID="{39FB540D-D808-4040-9A37-0AC474C0212F}" presName="spaceBetweenRectangles" presStyleLbl="fgAcc1" presStyleIdx="2" presStyleCnt="3"/>
      <dgm:spPr/>
    </dgm:pt>
    <dgm:pt modelId="{7E52F4CE-F4E0-4771-BB16-4DEE741514C7}" type="pres">
      <dgm:prSet presAssocID="{212ADAAB-D5CB-4BBC-8DAF-7340FD334994}" presName="composite" presStyleCnt="0"/>
      <dgm:spPr/>
    </dgm:pt>
    <dgm:pt modelId="{8DBE84BD-A0B9-479B-AE95-04F7EA15E9E9}" type="pres">
      <dgm:prSet presAssocID="{212ADAAB-D5CB-4BBC-8DAF-7340FD334994}" presName="Parent1" presStyleLbl="alignNode1" presStyleIdx="3" presStyleCnt="4">
        <dgm:presLayoutVars>
          <dgm:chMax val="1"/>
          <dgm:chPref val="1"/>
          <dgm:bulletEnabled val="1"/>
        </dgm:presLayoutVars>
      </dgm:prSet>
      <dgm:spPr/>
    </dgm:pt>
    <dgm:pt modelId="{0E2E4126-B6A8-45C5-B2C7-2C06AD6E18E7}" type="pres">
      <dgm:prSet presAssocID="{212ADAAB-D5CB-4BBC-8DAF-7340FD334994}" presName="Childtext1" presStyleLbl="revTx" presStyleIdx="3" presStyleCnt="4">
        <dgm:presLayoutVars>
          <dgm:chMax val="0"/>
          <dgm:chPref val="0"/>
          <dgm:bulletEnabled/>
        </dgm:presLayoutVars>
      </dgm:prSet>
      <dgm:spPr/>
    </dgm:pt>
    <dgm:pt modelId="{B02DD85E-7A61-4DD2-A857-0D2584C55ACD}" type="pres">
      <dgm:prSet presAssocID="{212ADAAB-D5CB-4BBC-8DAF-7340FD334994}" presName="ConnectLine" presStyleLbl="sibTrans1D1" presStyleIdx="3" presStyleCnt="4"/>
      <dgm:spPr>
        <a:noFill/>
        <a:ln w="12700" cap="flat" cmpd="sng" algn="ctr">
          <a:solidFill>
            <a:schemeClr val="accent1">
              <a:hueOff val="0"/>
              <a:satOff val="0"/>
              <a:lumOff val="0"/>
              <a:alphaOff val="0"/>
            </a:schemeClr>
          </a:solidFill>
          <a:prstDash val="dash"/>
          <a:miter lim="800000"/>
        </a:ln>
        <a:effectLst/>
      </dgm:spPr>
    </dgm:pt>
    <dgm:pt modelId="{757D6E7A-7B8C-43BB-9A7E-6BCB0BB03C8B}" type="pres">
      <dgm:prSet presAssocID="{212ADAAB-D5CB-4BBC-8DAF-7340FD334994}" presName="ConnectLineEnd" presStyleLbl="node1" presStyleIdx="3" presStyleCnt="4"/>
      <dgm:spPr>
        <a:prstGeom prst="diamond">
          <a:avLst/>
        </a:prstGeom>
      </dgm:spPr>
    </dgm:pt>
    <dgm:pt modelId="{F4EF4540-492F-432D-AEDA-0F6BBA74C599}" type="pres">
      <dgm:prSet presAssocID="{212ADAAB-D5CB-4BBC-8DAF-7340FD334994}" presName="EmptyPane" presStyleCnt="0"/>
      <dgm:spPr/>
    </dgm:pt>
  </dgm:ptLst>
  <dgm:cxnLst>
    <dgm:cxn modelId="{4CAB7601-8A70-4E6B-8AD7-C3383B8F58AB}" type="presOf" srcId="{92921081-529B-4D1C-83A4-C416BB4C5224}" destId="{B8BEE52E-BB32-4A29-889D-98418E8AEC2C}" srcOrd="0" destOrd="0" presId="urn:microsoft.com/office/officeart/2016/7/layout/HexagonTimeline"/>
    <dgm:cxn modelId="{C201B217-5086-41FE-9E61-C15AF3FDB844}" type="presOf" srcId="{9DCEA5FC-4640-45AF-B712-7A4FD94AEF0D}" destId="{D8FDC703-BDCB-4076-9523-E30657D3FBEC}" srcOrd="0" destOrd="0" presId="urn:microsoft.com/office/officeart/2016/7/layout/HexagonTimeline"/>
    <dgm:cxn modelId="{39A11E5C-7A57-4117-A6DF-36000C29509C}" srcId="{9DCEA5FC-4640-45AF-B712-7A4FD94AEF0D}" destId="{831701CF-77C7-46C0-A913-8CC39517BAB8}" srcOrd="0" destOrd="0" parTransId="{13FBC60D-3EA6-4496-BA97-C1AE8C7F8961}" sibTransId="{75156CDF-E17B-4DAD-AE37-EA44D7F37090}"/>
    <dgm:cxn modelId="{DD687B5C-28C8-4088-99B8-D375C5FDAE4A}" srcId="{212ADAAB-D5CB-4BBC-8DAF-7340FD334994}" destId="{2AEE5C11-34AE-4EB7-8907-9BED418EA471}" srcOrd="0" destOrd="0" parTransId="{2E14AD1F-C7EA-45AE-ADC0-0EE92A6516CB}" sibTransId="{F36FDDA0-6B91-47CB-8114-B6F076E55FC8}"/>
    <dgm:cxn modelId="{DBD99269-D7F7-4B47-B17B-A5AE402751D9}" srcId="{63085546-7C7C-4B3E-ABEB-2669F1A65FB2}" destId="{9DCEA5FC-4640-45AF-B712-7A4FD94AEF0D}" srcOrd="0" destOrd="0" parTransId="{929A5FD9-0612-4B79-9B59-C3C36D34A069}" sibTransId="{0A99745B-BB5C-49B3-A782-8DB57641F6C9}"/>
    <dgm:cxn modelId="{B093956A-D812-4783-B593-FBA7C665D75C}" type="presOf" srcId="{096A9AF0-0DAE-4EB3-B448-4501DA034F4A}" destId="{DF8C3026-7247-4C69-87F8-5D5E7C9A3FD0}" srcOrd="0" destOrd="0" presId="urn:microsoft.com/office/officeart/2016/7/layout/HexagonTimeline"/>
    <dgm:cxn modelId="{C8C7266C-2A0C-476A-85B3-F12BE2521F4C}" srcId="{63085546-7C7C-4B3E-ABEB-2669F1A65FB2}" destId="{212ADAAB-D5CB-4BBC-8DAF-7340FD334994}" srcOrd="3" destOrd="0" parTransId="{45F6D312-A686-491E-95E3-EFB9640CC472}" sibTransId="{AB2787E4-2A8B-428D-A4AE-2B14DCFFC4E7}"/>
    <dgm:cxn modelId="{1B50EE4E-3826-444E-8B9D-5F67F469E452}" type="presOf" srcId="{2AEE5C11-34AE-4EB7-8907-9BED418EA471}" destId="{0E2E4126-B6A8-45C5-B2C7-2C06AD6E18E7}" srcOrd="0" destOrd="0" presId="urn:microsoft.com/office/officeart/2016/7/layout/HexagonTimeline"/>
    <dgm:cxn modelId="{24A8F052-3377-4BA4-8C62-CCF5039C85D7}" srcId="{CA6B1BA0-B2FC-48AD-8EDA-F4AAA4AF2782}" destId="{3CB04A44-4013-4CA7-90FD-29AFC3C15E37}" srcOrd="0" destOrd="0" parTransId="{ECEE936A-E3CC-4209-BECC-1CD0C85A2B72}" sibTransId="{D7A8F7A0-47A3-4464-B3B7-E0806DF46627}"/>
    <dgm:cxn modelId="{576DFF54-BAD0-4464-928B-2A0F984AD12C}" type="presOf" srcId="{3CB04A44-4013-4CA7-90FD-29AFC3C15E37}" destId="{DF1E9D22-47D4-4C5C-A257-E840FAA8C83A}" srcOrd="0" destOrd="0" presId="urn:microsoft.com/office/officeart/2016/7/layout/HexagonTimeline"/>
    <dgm:cxn modelId="{B05C4C7C-FEB8-4825-98A0-C38D3021918A}" srcId="{096A9AF0-0DAE-4EB3-B448-4501DA034F4A}" destId="{92921081-529B-4D1C-83A4-C416BB4C5224}" srcOrd="0" destOrd="0" parTransId="{5AD2C2F8-A1D7-469B-93D8-B578BEFE51F8}" sibTransId="{ECC13403-1F53-4ED4-AE4F-334EEC7C8710}"/>
    <dgm:cxn modelId="{7C019CA9-E785-4FD0-B6E6-6DE82D1BCD48}" type="presOf" srcId="{63085546-7C7C-4B3E-ABEB-2669F1A65FB2}" destId="{5F921152-9384-47DF-B8E9-E72D0C53A843}" srcOrd="0" destOrd="0" presId="urn:microsoft.com/office/officeart/2016/7/layout/HexagonTimeline"/>
    <dgm:cxn modelId="{728405AA-A843-4B1B-8940-8280F8140E8D}" type="presOf" srcId="{212ADAAB-D5CB-4BBC-8DAF-7340FD334994}" destId="{8DBE84BD-A0B9-479B-AE95-04F7EA15E9E9}" srcOrd="0" destOrd="0" presId="urn:microsoft.com/office/officeart/2016/7/layout/HexagonTimeline"/>
    <dgm:cxn modelId="{CA0753BD-DB60-4D68-8486-5B376B839B26}" srcId="{63085546-7C7C-4B3E-ABEB-2669F1A65FB2}" destId="{096A9AF0-0DAE-4EB3-B448-4501DA034F4A}" srcOrd="1" destOrd="0" parTransId="{8CE6ABD6-768E-42C8-9029-C3B5F278B21C}" sibTransId="{6B0D7DA9-E6ED-4137-9716-F48BF62327A8}"/>
    <dgm:cxn modelId="{034872BF-2E92-417D-8304-30BAD2E78E48}" type="presOf" srcId="{831701CF-77C7-46C0-A913-8CC39517BAB8}" destId="{E20F6FBA-79EE-464D-B80B-A2452E8154E8}" srcOrd="0" destOrd="0" presId="urn:microsoft.com/office/officeart/2016/7/layout/HexagonTimeline"/>
    <dgm:cxn modelId="{CD6B6EE8-3813-4EF1-BFEC-C005A3326D63}" srcId="{63085546-7C7C-4B3E-ABEB-2669F1A65FB2}" destId="{CA6B1BA0-B2FC-48AD-8EDA-F4AAA4AF2782}" srcOrd="2" destOrd="0" parTransId="{D7D3AA07-BCB9-4212-A556-E90870FB1413}" sibTransId="{39FB540D-D808-4040-9A37-0AC474C0212F}"/>
    <dgm:cxn modelId="{F6AC1AEE-1023-459B-B3C3-414D60939140}" type="presOf" srcId="{CA6B1BA0-B2FC-48AD-8EDA-F4AAA4AF2782}" destId="{80232FD9-5E8C-4C69-B2DA-83D44EDF19CF}" srcOrd="0" destOrd="0" presId="urn:microsoft.com/office/officeart/2016/7/layout/HexagonTimeline"/>
    <dgm:cxn modelId="{4274CCB8-C625-493C-B022-800ED90D8A0F}" type="presParOf" srcId="{5F921152-9384-47DF-B8E9-E72D0C53A843}" destId="{F8B36E6C-C1EF-4E5A-A571-AE18D31F25A7}" srcOrd="0" destOrd="0" presId="urn:microsoft.com/office/officeart/2016/7/layout/HexagonTimeline"/>
    <dgm:cxn modelId="{A4468AE9-D032-4EA6-B914-DF314E7687F7}" type="presParOf" srcId="{F8B36E6C-C1EF-4E5A-A571-AE18D31F25A7}" destId="{D8FDC703-BDCB-4076-9523-E30657D3FBEC}" srcOrd="0" destOrd="0" presId="urn:microsoft.com/office/officeart/2016/7/layout/HexagonTimeline"/>
    <dgm:cxn modelId="{5BD9DB7B-4C44-4499-A4A3-96E9A930B524}" type="presParOf" srcId="{F8B36E6C-C1EF-4E5A-A571-AE18D31F25A7}" destId="{E20F6FBA-79EE-464D-B80B-A2452E8154E8}" srcOrd="1" destOrd="0" presId="urn:microsoft.com/office/officeart/2016/7/layout/HexagonTimeline"/>
    <dgm:cxn modelId="{0B3819BA-F288-4A59-A934-231C1EC245B4}" type="presParOf" srcId="{F8B36E6C-C1EF-4E5A-A571-AE18D31F25A7}" destId="{1E94F6A7-8DDE-4C87-A134-3E5F2C1ABE68}" srcOrd="2" destOrd="0" presId="urn:microsoft.com/office/officeart/2016/7/layout/HexagonTimeline"/>
    <dgm:cxn modelId="{21EDE45F-0D29-4A64-8A0E-015D29458FCC}" type="presParOf" srcId="{F8B36E6C-C1EF-4E5A-A571-AE18D31F25A7}" destId="{8EB8A2AD-C798-4FAE-A825-A5BF2B46E920}" srcOrd="3" destOrd="0" presId="urn:microsoft.com/office/officeart/2016/7/layout/HexagonTimeline"/>
    <dgm:cxn modelId="{1040F024-BAC0-4A0B-B128-C9C1E1AD3A0F}" type="presParOf" srcId="{F8B36E6C-C1EF-4E5A-A571-AE18D31F25A7}" destId="{A10B4A03-964D-4886-85C4-71A6954ABDCA}" srcOrd="4" destOrd="0" presId="urn:microsoft.com/office/officeart/2016/7/layout/HexagonTimeline"/>
    <dgm:cxn modelId="{2F35CD7B-91F1-42A1-8DD8-641F660A62EB}" type="presParOf" srcId="{5F921152-9384-47DF-B8E9-E72D0C53A843}" destId="{B83DEA66-1806-4316-857B-546C6C0ABDBC}" srcOrd="1" destOrd="0" presId="urn:microsoft.com/office/officeart/2016/7/layout/HexagonTimeline"/>
    <dgm:cxn modelId="{694A30BC-4A8D-4C9B-AB1E-E6B9540D2452}" type="presParOf" srcId="{5F921152-9384-47DF-B8E9-E72D0C53A843}" destId="{02729628-BF65-48E9-9810-7D4F7F2E81FF}" srcOrd="2" destOrd="0" presId="urn:microsoft.com/office/officeart/2016/7/layout/HexagonTimeline"/>
    <dgm:cxn modelId="{E595DA3C-429F-4EFB-B243-0D1552C31D55}" type="presParOf" srcId="{02729628-BF65-48E9-9810-7D4F7F2E81FF}" destId="{DF8C3026-7247-4C69-87F8-5D5E7C9A3FD0}" srcOrd="0" destOrd="0" presId="urn:microsoft.com/office/officeart/2016/7/layout/HexagonTimeline"/>
    <dgm:cxn modelId="{A3C95ACF-B739-440D-A938-F6084D8C3936}" type="presParOf" srcId="{02729628-BF65-48E9-9810-7D4F7F2E81FF}" destId="{B8BEE52E-BB32-4A29-889D-98418E8AEC2C}" srcOrd="1" destOrd="0" presId="urn:microsoft.com/office/officeart/2016/7/layout/HexagonTimeline"/>
    <dgm:cxn modelId="{560EE178-76FB-45F1-A3FD-1F00FEB74F57}" type="presParOf" srcId="{02729628-BF65-48E9-9810-7D4F7F2E81FF}" destId="{A24ACEDC-53F3-4F4F-ADA4-A1B743D31A1C}" srcOrd="2" destOrd="0" presId="urn:microsoft.com/office/officeart/2016/7/layout/HexagonTimeline"/>
    <dgm:cxn modelId="{138B696C-FE2F-48C8-A281-35D1A9D1043C}" type="presParOf" srcId="{02729628-BF65-48E9-9810-7D4F7F2E81FF}" destId="{ED452210-013D-4950-8789-E67FF76A5191}" srcOrd="3" destOrd="0" presId="urn:microsoft.com/office/officeart/2016/7/layout/HexagonTimeline"/>
    <dgm:cxn modelId="{6F40A3E8-B4A6-4B53-B423-09A856AB94EA}" type="presParOf" srcId="{02729628-BF65-48E9-9810-7D4F7F2E81FF}" destId="{3C3A719C-9A3D-45A5-AF6C-44CB2262FFED}" srcOrd="4" destOrd="0" presId="urn:microsoft.com/office/officeart/2016/7/layout/HexagonTimeline"/>
    <dgm:cxn modelId="{366D67F3-E065-4603-A5B7-FFA0D80EDA3A}" type="presParOf" srcId="{5F921152-9384-47DF-B8E9-E72D0C53A843}" destId="{740E9D1E-0907-4886-B962-E6A42470EA9E}" srcOrd="3" destOrd="0" presId="urn:microsoft.com/office/officeart/2016/7/layout/HexagonTimeline"/>
    <dgm:cxn modelId="{7E611E94-A46A-4A1B-A539-4492927E7F2A}" type="presParOf" srcId="{5F921152-9384-47DF-B8E9-E72D0C53A843}" destId="{65AA0B6E-245D-4872-981C-37F4EBA3AF9C}" srcOrd="4" destOrd="0" presId="urn:microsoft.com/office/officeart/2016/7/layout/HexagonTimeline"/>
    <dgm:cxn modelId="{E29379ED-8655-4008-A983-018DAD3E7126}" type="presParOf" srcId="{65AA0B6E-245D-4872-981C-37F4EBA3AF9C}" destId="{80232FD9-5E8C-4C69-B2DA-83D44EDF19CF}" srcOrd="0" destOrd="0" presId="urn:microsoft.com/office/officeart/2016/7/layout/HexagonTimeline"/>
    <dgm:cxn modelId="{F310B870-B34C-420A-B48B-6544223B3DFD}" type="presParOf" srcId="{65AA0B6E-245D-4872-981C-37F4EBA3AF9C}" destId="{DF1E9D22-47D4-4C5C-A257-E840FAA8C83A}" srcOrd="1" destOrd="0" presId="urn:microsoft.com/office/officeart/2016/7/layout/HexagonTimeline"/>
    <dgm:cxn modelId="{5185C167-7B63-4B77-BF03-A5B6C8C5FAE6}" type="presParOf" srcId="{65AA0B6E-245D-4872-981C-37F4EBA3AF9C}" destId="{92880EB9-9372-4E08-BB3E-D5E2CB324333}" srcOrd="2" destOrd="0" presId="urn:microsoft.com/office/officeart/2016/7/layout/HexagonTimeline"/>
    <dgm:cxn modelId="{BA09EE75-C2C5-48DB-9942-06D9DBFD8F58}" type="presParOf" srcId="{65AA0B6E-245D-4872-981C-37F4EBA3AF9C}" destId="{D7FE156B-76E4-4ED6-9666-E3256FB28C4F}" srcOrd="3" destOrd="0" presId="urn:microsoft.com/office/officeart/2016/7/layout/HexagonTimeline"/>
    <dgm:cxn modelId="{6DBC490B-8269-408A-9650-5D2F73B6D5AB}" type="presParOf" srcId="{65AA0B6E-245D-4872-981C-37F4EBA3AF9C}" destId="{67442576-64D6-41B0-B604-3949681A3248}" srcOrd="4" destOrd="0" presId="urn:microsoft.com/office/officeart/2016/7/layout/HexagonTimeline"/>
    <dgm:cxn modelId="{21C5D539-3870-45CC-A650-41948ED19010}" type="presParOf" srcId="{5F921152-9384-47DF-B8E9-E72D0C53A843}" destId="{78779B33-F697-45A1-8947-238C6735CAD7}" srcOrd="5" destOrd="0" presId="urn:microsoft.com/office/officeart/2016/7/layout/HexagonTimeline"/>
    <dgm:cxn modelId="{EB250998-2F3E-4430-998E-F8694DD19956}" type="presParOf" srcId="{5F921152-9384-47DF-B8E9-E72D0C53A843}" destId="{7E52F4CE-F4E0-4771-BB16-4DEE741514C7}" srcOrd="6" destOrd="0" presId="urn:microsoft.com/office/officeart/2016/7/layout/HexagonTimeline"/>
    <dgm:cxn modelId="{C8817A0B-2E96-489C-AC93-8164DADD67E8}" type="presParOf" srcId="{7E52F4CE-F4E0-4771-BB16-4DEE741514C7}" destId="{8DBE84BD-A0B9-479B-AE95-04F7EA15E9E9}" srcOrd="0" destOrd="0" presId="urn:microsoft.com/office/officeart/2016/7/layout/HexagonTimeline"/>
    <dgm:cxn modelId="{DB83264D-6914-4B30-8092-93EF7369D280}" type="presParOf" srcId="{7E52F4CE-F4E0-4771-BB16-4DEE741514C7}" destId="{0E2E4126-B6A8-45C5-B2C7-2C06AD6E18E7}" srcOrd="1" destOrd="0" presId="urn:microsoft.com/office/officeart/2016/7/layout/HexagonTimeline"/>
    <dgm:cxn modelId="{17742777-4C85-4881-BE50-0FB4D8D2A6F2}" type="presParOf" srcId="{7E52F4CE-F4E0-4771-BB16-4DEE741514C7}" destId="{B02DD85E-7A61-4DD2-A857-0D2584C55ACD}" srcOrd="2" destOrd="0" presId="urn:microsoft.com/office/officeart/2016/7/layout/HexagonTimeline"/>
    <dgm:cxn modelId="{B091E1E3-9C5A-4503-935B-067A29BD3746}" type="presParOf" srcId="{7E52F4CE-F4E0-4771-BB16-4DEE741514C7}" destId="{757D6E7A-7B8C-43BB-9A7E-6BCB0BB03C8B}" srcOrd="3" destOrd="0" presId="urn:microsoft.com/office/officeart/2016/7/layout/HexagonTimeline"/>
    <dgm:cxn modelId="{3ABA3EB4-AD6B-48D6-AD3D-E2C4E56BECCE}" type="presParOf" srcId="{7E52F4CE-F4E0-4771-BB16-4DEE741514C7}" destId="{F4EF4540-492F-432D-AEDA-0F6BBA74C599}" srcOrd="4" destOrd="0" presId="urn:microsoft.com/office/officeart/2016/7/layout/Hexagon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FDC703-BDCB-4076-9523-E30657D3FBEC}">
      <dsp:nvSpPr>
        <dsp:cNvPr id="0" name=""/>
        <dsp:cNvSpPr/>
      </dsp:nvSpPr>
      <dsp:spPr>
        <a:xfrm>
          <a:off x="365373" y="1925276"/>
          <a:ext cx="1851941" cy="507910"/>
        </a:xfrm>
        <a:prstGeom prst="homePlate">
          <a:avLst>
            <a:gd name="adj" fmla="val 4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488950">
            <a:lnSpc>
              <a:spcPct val="90000"/>
            </a:lnSpc>
            <a:spcBef>
              <a:spcPct val="0"/>
            </a:spcBef>
            <a:spcAft>
              <a:spcPct val="35000"/>
            </a:spcAft>
            <a:buNone/>
          </a:pPr>
          <a:r>
            <a:rPr lang="en-US" sz="1100" kern="1200" dirty="0"/>
            <a:t>October 31</a:t>
          </a:r>
        </a:p>
      </dsp:txBody>
      <dsp:txXfrm>
        <a:off x="365373" y="1925276"/>
        <a:ext cx="1750359" cy="507910"/>
      </dsp:txXfrm>
    </dsp:sp>
    <dsp:sp modelId="{E20F6FBA-79EE-464D-B80B-A2452E8154E8}">
      <dsp:nvSpPr>
        <dsp:cNvPr id="0" name=""/>
        <dsp:cNvSpPr/>
      </dsp:nvSpPr>
      <dsp:spPr>
        <a:xfrm>
          <a:off x="5274" y="22562"/>
          <a:ext cx="2572140" cy="1354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3350" rIns="0" bIns="133350" numCol="1" spcCol="1270" anchor="b" anchorCtr="1">
          <a:noAutofit/>
        </a:bodyPr>
        <a:lstStyle/>
        <a:p>
          <a:pPr marL="0" lvl="0" indent="0" algn="ctr" defTabSz="666750">
            <a:lnSpc>
              <a:spcPct val="90000"/>
            </a:lnSpc>
            <a:spcBef>
              <a:spcPct val="0"/>
            </a:spcBef>
            <a:spcAft>
              <a:spcPct val="35000"/>
            </a:spcAft>
            <a:buFont typeface="Arial" panose="020B0604020202020204" pitchFamily="34" charset="0"/>
            <a:buNone/>
          </a:pPr>
          <a:r>
            <a:rPr lang="en-US" sz="1500" kern="1200" dirty="0"/>
            <a:t>1. Define all GUI and system? requirements </a:t>
          </a:r>
        </a:p>
        <a:p>
          <a:pPr marL="0" lvl="0" indent="0" algn="ctr" defTabSz="666750">
            <a:lnSpc>
              <a:spcPct val="90000"/>
            </a:lnSpc>
            <a:spcBef>
              <a:spcPct val="0"/>
            </a:spcBef>
            <a:spcAft>
              <a:spcPct val="35000"/>
            </a:spcAft>
            <a:buFont typeface="Arial" panose="020B0604020202020204" pitchFamily="34" charset="0"/>
            <a:buNone/>
          </a:pPr>
          <a:r>
            <a:rPr lang="en-US" sz="1500" kern="1200" dirty="0"/>
            <a:t>2. Finish UI/UX Design</a:t>
          </a:r>
        </a:p>
      </dsp:txBody>
      <dsp:txXfrm>
        <a:off x="5274" y="22562"/>
        <a:ext cx="2572140" cy="1354428"/>
      </dsp:txXfrm>
    </dsp:sp>
    <dsp:sp modelId="{B83DEA66-1806-4316-857B-546C6C0ABDBC}">
      <dsp:nvSpPr>
        <dsp:cNvPr id="0" name=""/>
        <dsp:cNvSpPr/>
      </dsp:nvSpPr>
      <dsp:spPr>
        <a:xfrm rot="21583231">
          <a:off x="2217310" y="2177450"/>
          <a:ext cx="730310" cy="0"/>
        </a:xfrm>
        <a:custGeom>
          <a:avLst/>
          <a:gdLst/>
          <a:ahLst/>
          <a:cxnLst/>
          <a:rect l="0" t="0" r="0" b="0"/>
          <a:pathLst>
            <a:path>
              <a:moveTo>
                <a:pt x="0" y="0"/>
              </a:moveTo>
              <a:lnTo>
                <a:pt x="730310"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E94F6A7-8DDE-4C87-A134-3E5F2C1ABE68}">
      <dsp:nvSpPr>
        <dsp:cNvPr id="0" name=""/>
        <dsp:cNvSpPr/>
      </dsp:nvSpPr>
      <dsp:spPr>
        <a:xfrm>
          <a:off x="1291344" y="1488954"/>
          <a:ext cx="0" cy="423258"/>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8EB8A2AD-C798-4FAE-A825-A5BF2B46E920}">
      <dsp:nvSpPr>
        <dsp:cNvPr id="0" name=""/>
        <dsp:cNvSpPr/>
      </dsp:nvSpPr>
      <dsp:spPr>
        <a:xfrm>
          <a:off x="1249018" y="1397178"/>
          <a:ext cx="84651" cy="84651"/>
        </a:xfrm>
        <a:prstGeom prst="diamond">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DF8C3026-7247-4C69-87F8-5D5E7C9A3FD0}">
      <dsp:nvSpPr>
        <dsp:cNvPr id="0" name=""/>
        <dsp:cNvSpPr/>
      </dsp:nvSpPr>
      <dsp:spPr>
        <a:xfrm>
          <a:off x="2947617" y="1914588"/>
          <a:ext cx="1903898" cy="522160"/>
        </a:xfrm>
        <a:prstGeom prst="hexagon">
          <a:avLst>
            <a:gd name="adj" fmla="val 40000"/>
            <a:gd name="vf" fmla="val 11547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488950">
            <a:lnSpc>
              <a:spcPct val="90000"/>
            </a:lnSpc>
            <a:spcBef>
              <a:spcPct val="0"/>
            </a:spcBef>
            <a:spcAft>
              <a:spcPct val="35000"/>
            </a:spcAft>
            <a:buNone/>
          </a:pPr>
          <a:r>
            <a:rPr lang="en-US" sz="1100" kern="1200" dirty="0"/>
            <a:t>November 15</a:t>
          </a:r>
        </a:p>
      </dsp:txBody>
      <dsp:txXfrm>
        <a:off x="3175897" y="1977196"/>
        <a:ext cx="1447339" cy="396944"/>
      </dsp:txXfrm>
    </dsp:sp>
    <dsp:sp modelId="{B8BEE52E-BB32-4A29-889D-98418E8AEC2C}">
      <dsp:nvSpPr>
        <dsp:cNvPr id="0" name=""/>
        <dsp:cNvSpPr/>
      </dsp:nvSpPr>
      <dsp:spPr>
        <a:xfrm>
          <a:off x="2577414" y="2958909"/>
          <a:ext cx="2644303" cy="1392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3350" rIns="0" bIns="133350" numCol="1" spcCol="1270" anchor="t" anchorCtr="1">
          <a:noAutofit/>
        </a:bodyPr>
        <a:lstStyle/>
        <a:p>
          <a:pPr marL="0" lvl="0" indent="0" algn="ctr" defTabSz="666750">
            <a:lnSpc>
              <a:spcPct val="90000"/>
            </a:lnSpc>
            <a:spcBef>
              <a:spcPct val="0"/>
            </a:spcBef>
            <a:spcAft>
              <a:spcPct val="35000"/>
            </a:spcAft>
            <a:buFont typeface="Arial" panose="020B0604020202020204" pitchFamily="34" charset="0"/>
            <a:buNone/>
          </a:pPr>
          <a:r>
            <a:rPr lang="en-US" sz="1500" kern="1200" dirty="0"/>
            <a:t>Define software specifications/ project solutions </a:t>
          </a:r>
          <a:r>
            <a:rPr lang="en-US" sz="1500" kern="1200"/>
            <a:t>to requirements</a:t>
          </a:r>
          <a:endParaRPr lang="en-US" sz="1500" kern="1200" dirty="0"/>
        </a:p>
      </dsp:txBody>
      <dsp:txXfrm>
        <a:off x="2577414" y="2958909"/>
        <a:ext cx="2644303" cy="1392428"/>
      </dsp:txXfrm>
    </dsp:sp>
    <dsp:sp modelId="{740E9D1E-0907-4886-B962-E6A42470EA9E}">
      <dsp:nvSpPr>
        <dsp:cNvPr id="0" name=""/>
        <dsp:cNvSpPr/>
      </dsp:nvSpPr>
      <dsp:spPr>
        <a:xfrm>
          <a:off x="4851515" y="2175669"/>
          <a:ext cx="740405" cy="0"/>
        </a:xfrm>
        <a:custGeom>
          <a:avLst/>
          <a:gdLst/>
          <a:ahLst/>
          <a:cxnLst/>
          <a:rect l="0" t="0" r="0" b="0"/>
          <a:pathLst>
            <a:path>
              <a:moveTo>
                <a:pt x="0" y="0"/>
              </a:moveTo>
              <a:lnTo>
                <a:pt x="740405"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24ACEDC-53F3-4F4F-ADA4-A1B743D31A1C}">
      <dsp:nvSpPr>
        <dsp:cNvPr id="0" name=""/>
        <dsp:cNvSpPr/>
      </dsp:nvSpPr>
      <dsp:spPr>
        <a:xfrm>
          <a:off x="3899566" y="2436749"/>
          <a:ext cx="0" cy="435133"/>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D452210-013D-4950-8789-E67FF76A5191}">
      <dsp:nvSpPr>
        <dsp:cNvPr id="0" name=""/>
        <dsp:cNvSpPr/>
      </dsp:nvSpPr>
      <dsp:spPr>
        <a:xfrm>
          <a:off x="3856053" y="2871883"/>
          <a:ext cx="87026" cy="87026"/>
        </a:xfrm>
        <a:prstGeom prst="diamond">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80232FD9-5E8C-4C69-B2DA-83D44EDF19CF}">
      <dsp:nvSpPr>
        <dsp:cNvPr id="0" name=""/>
        <dsp:cNvSpPr/>
      </dsp:nvSpPr>
      <dsp:spPr>
        <a:xfrm>
          <a:off x="5591920" y="1914588"/>
          <a:ext cx="1903898" cy="522160"/>
        </a:xfrm>
        <a:prstGeom prst="hexagon">
          <a:avLst>
            <a:gd name="adj" fmla="val 40000"/>
            <a:gd name="vf" fmla="val 11547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488950">
            <a:lnSpc>
              <a:spcPct val="90000"/>
            </a:lnSpc>
            <a:spcBef>
              <a:spcPct val="0"/>
            </a:spcBef>
            <a:spcAft>
              <a:spcPct val="35000"/>
            </a:spcAft>
            <a:buNone/>
          </a:pPr>
          <a:r>
            <a:rPr lang="en-US" sz="1100" kern="1200" dirty="0"/>
            <a:t>November 30</a:t>
          </a:r>
        </a:p>
      </dsp:txBody>
      <dsp:txXfrm>
        <a:off x="5820200" y="1977196"/>
        <a:ext cx="1447339" cy="396944"/>
      </dsp:txXfrm>
    </dsp:sp>
    <dsp:sp modelId="{DF1E9D22-47D4-4C5C-A257-E840FAA8C83A}">
      <dsp:nvSpPr>
        <dsp:cNvPr id="0" name=""/>
        <dsp:cNvSpPr/>
      </dsp:nvSpPr>
      <dsp:spPr>
        <a:xfrm>
          <a:off x="5221718" y="0"/>
          <a:ext cx="2644303" cy="1392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3350" rIns="0" bIns="133350" numCol="1" spcCol="1270" anchor="b" anchorCtr="1">
          <a:noAutofit/>
        </a:bodyPr>
        <a:lstStyle/>
        <a:p>
          <a:pPr marL="0" lvl="0" indent="0" algn="ctr" defTabSz="666750">
            <a:lnSpc>
              <a:spcPct val="90000"/>
            </a:lnSpc>
            <a:spcBef>
              <a:spcPct val="0"/>
            </a:spcBef>
            <a:spcAft>
              <a:spcPct val="35000"/>
            </a:spcAft>
            <a:buNone/>
          </a:pPr>
          <a:r>
            <a:rPr lang="en-US" sz="1500" kern="1200" dirty="0"/>
            <a:t>Finish software design (Functional/nonfunctional requirements, software architecture and technical stack) </a:t>
          </a:r>
        </a:p>
      </dsp:txBody>
      <dsp:txXfrm>
        <a:off x="5221718" y="0"/>
        <a:ext cx="2644303" cy="1392428"/>
      </dsp:txXfrm>
    </dsp:sp>
    <dsp:sp modelId="{78779B33-F697-45A1-8947-238C6735CAD7}">
      <dsp:nvSpPr>
        <dsp:cNvPr id="0" name=""/>
        <dsp:cNvSpPr/>
      </dsp:nvSpPr>
      <dsp:spPr>
        <a:xfrm>
          <a:off x="7495819" y="2175669"/>
          <a:ext cx="740405" cy="0"/>
        </a:xfrm>
        <a:custGeom>
          <a:avLst/>
          <a:gdLst/>
          <a:ahLst/>
          <a:cxnLst/>
          <a:rect l="0" t="0" r="0" b="0"/>
          <a:pathLst>
            <a:path>
              <a:moveTo>
                <a:pt x="0" y="0"/>
              </a:moveTo>
              <a:lnTo>
                <a:pt x="740405"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2880EB9-9372-4E08-BB3E-D5E2CB324333}">
      <dsp:nvSpPr>
        <dsp:cNvPr id="0" name=""/>
        <dsp:cNvSpPr/>
      </dsp:nvSpPr>
      <dsp:spPr>
        <a:xfrm>
          <a:off x="6543870" y="1479454"/>
          <a:ext cx="0" cy="435133"/>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D7FE156B-76E4-4ED6-9666-E3256FB28C4F}">
      <dsp:nvSpPr>
        <dsp:cNvPr id="0" name=""/>
        <dsp:cNvSpPr/>
      </dsp:nvSpPr>
      <dsp:spPr>
        <a:xfrm>
          <a:off x="6500356" y="1392428"/>
          <a:ext cx="87026" cy="87026"/>
        </a:xfrm>
        <a:prstGeom prst="diamond">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8DBE84BD-A0B9-479B-AE95-04F7EA15E9E9}">
      <dsp:nvSpPr>
        <dsp:cNvPr id="0" name=""/>
        <dsp:cNvSpPr/>
      </dsp:nvSpPr>
      <dsp:spPr>
        <a:xfrm rot="10800000">
          <a:off x="8236224" y="1914588"/>
          <a:ext cx="1903898" cy="522160"/>
        </a:xfrm>
        <a:prstGeom prst="homePlate">
          <a:avLst>
            <a:gd name="adj" fmla="val 4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488950">
            <a:lnSpc>
              <a:spcPct val="90000"/>
            </a:lnSpc>
            <a:spcBef>
              <a:spcPct val="0"/>
            </a:spcBef>
            <a:spcAft>
              <a:spcPct val="35000"/>
            </a:spcAft>
            <a:buNone/>
          </a:pPr>
          <a:r>
            <a:rPr lang="en-US" sz="1100" kern="1200" dirty="0"/>
            <a:t>December 12</a:t>
          </a:r>
        </a:p>
      </dsp:txBody>
      <dsp:txXfrm rot="10800000">
        <a:off x="8340656" y="1914588"/>
        <a:ext cx="1799466" cy="522160"/>
      </dsp:txXfrm>
    </dsp:sp>
    <dsp:sp modelId="{0E2E4126-B6A8-45C5-B2C7-2C06AD6E18E7}">
      <dsp:nvSpPr>
        <dsp:cNvPr id="0" name=""/>
        <dsp:cNvSpPr/>
      </dsp:nvSpPr>
      <dsp:spPr>
        <a:xfrm>
          <a:off x="7866022" y="2958909"/>
          <a:ext cx="2644303" cy="1392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3350" rIns="0" bIns="133350" numCol="1" spcCol="1270" anchor="t" anchorCtr="1">
          <a:noAutofit/>
        </a:bodyPr>
        <a:lstStyle/>
        <a:p>
          <a:pPr marL="0" lvl="0" indent="0" algn="ctr" defTabSz="666750">
            <a:lnSpc>
              <a:spcPct val="90000"/>
            </a:lnSpc>
            <a:spcBef>
              <a:spcPct val="0"/>
            </a:spcBef>
            <a:spcAft>
              <a:spcPct val="35000"/>
            </a:spcAft>
            <a:buNone/>
          </a:pPr>
          <a:r>
            <a:rPr lang="en-US" sz="1500" kern="1200" dirty="0"/>
            <a:t>Submit PDR</a:t>
          </a:r>
        </a:p>
      </dsp:txBody>
      <dsp:txXfrm>
        <a:off x="7866022" y="2958909"/>
        <a:ext cx="2644303" cy="1392428"/>
      </dsp:txXfrm>
    </dsp:sp>
    <dsp:sp modelId="{B02DD85E-7A61-4DD2-A857-0D2584C55ACD}">
      <dsp:nvSpPr>
        <dsp:cNvPr id="0" name=""/>
        <dsp:cNvSpPr/>
      </dsp:nvSpPr>
      <dsp:spPr>
        <a:xfrm>
          <a:off x="9188174" y="2436749"/>
          <a:ext cx="0" cy="435133"/>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757D6E7A-7B8C-43BB-9A7E-6BCB0BB03C8B}">
      <dsp:nvSpPr>
        <dsp:cNvPr id="0" name=""/>
        <dsp:cNvSpPr/>
      </dsp:nvSpPr>
      <dsp:spPr>
        <a:xfrm>
          <a:off x="9144660" y="2871883"/>
          <a:ext cx="87026" cy="87026"/>
        </a:xfrm>
        <a:prstGeom prst="diamond">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HexagonTimeline">
  <dgm:title val="Hexagon Timeline"/>
  <dgm:desc val="Use to show a list of events in chronological order. An invisible box contains the description while the date is shown in hexagons, except for the first and last node where the date is shown in a home shape. It can display large amount of text with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20"/>
      <dgm:constr type="primFontSz" for="des" forName="Childtext1" val="20"/>
      <dgm:constr type="primFontSz" for="des" forName="Childtext1" refType="primFontSz" refFor="des" refForName="Parent1" op="lte"/>
      <dgm:constr type="w" for="ch" forName="composite" refType="w"/>
      <dgm:constr type="h" for="ch" forName="composite" refType="h"/>
      <dgm:constr type="w" for="ch" forName="spaceBetweenRectangles" refType="w" fact="0"/>
      <dgm:constr type="h" for="ch" forName="spaceBetweenRectangles" refType="h" fact="0"/>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SnakingLogic">
          <dgm:if name="Name7" axis="self" ptType="node" func="posOdd" op="equ" val="1">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t" for="ch" forName="Childtext1" refType="h" fact="0"/>
              <dgm:constr type="w" for="ch" forName="ConnectLine"/>
              <dgm:constr type="h" for="ch" forName="ConnectLine" refType="h" fact="0.1"/>
              <dgm:constr type="b" for="ch" forName="ConnectLine" refType="t" refFor="ch" refForName="Parent1"/>
              <dgm:constr type="ctrX" for="ch" forName="ConnectLine" refType="w" fact="0.5"/>
              <dgm:constr type="w" for="ch" forName="ConnectLineEnd" refType="h" fact="0.02"/>
              <dgm:constr type="h" for="ch" forName="ConnectLineEnd" refType="h" fact="0.02"/>
              <dgm:constr type="b" for="ch" forName="ConnectLineEnd" refType="t" refFor="ch" refForName="ConnectLine"/>
              <dgm:constr type="ctrX" for="ch" forName="ConnectLineEnd" refType="ctrX" refFor="ch" refForName="ConnectLine"/>
              <dgm:constr type="w" for="ch" forName="EmptyPane" refType="w"/>
              <dgm:constr type="b" for="ch" forName="EmptyPane" refType="h"/>
              <dgm:constr type="h" for="ch" forName="EmptyPane" refType="h" fact="0.44"/>
            </dgm:constrLst>
          </dgm:if>
          <dgm:else name="Name8">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b" for="ch" forName="Childtext1" refType="h"/>
              <dgm:constr type="w" for="ch" forName="ConnectLine"/>
              <dgm:constr type="h" for="ch" forName="ConnectLine" refType="h" fact="0.1"/>
              <dgm:constr type="t" for="ch" forName="ConnectLine" refType="b" refFor="ch" refForName="Parent1"/>
              <dgm:constr type="ctrX" for="ch" forName="ConnectLine" refType="w" fact="0.5"/>
              <dgm:constr type="w" for="ch" forName="ConnectLineEnd" refType="h" fact="0.02"/>
              <dgm:constr type="h" for="ch" forName="ConnectLineEnd" refType="h" fact="0.02"/>
              <dgm:constr type="t" for="ch" forName="ConnectLineEnd" refType="b" refFor="ch" refForName="ConnectLine"/>
              <dgm:constr type="ctrX" for="ch" forName="ConnectLineEnd" refType="ctrX" refFor="ch" refForName="ConnectLine"/>
              <dgm:constr type="w" for="ch" forName="EmptyPane" refType="w"/>
              <dgm:constr type="h" for="ch" forName="EmptyPane" refType="h" fact="0.44"/>
            </dgm:constrLst>
          </dgm:else>
        </dgm:choose>
        <dgm:layoutNode name="Parent1" styleLbl="alignNode1">
          <dgm:varLst>
            <dgm:chMax val="1"/>
            <dgm:chPref val="1"/>
            <dgm:bulletEnabled val="1"/>
          </dgm:varLst>
          <dgm:alg type="tx"/>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ect" r:blip="">
                    <dgm:adjLst/>
                  </dgm:shape>
                </dgm:if>
                <dgm:else name="ifMoreThanOneNode">
                  <dgm:choose name="Name18">
                    <dgm:if name="Name19" func="var" arg="dir" op="equ" val="norm">
                      <dgm:shape xmlns:r="http://schemas.openxmlformats.org/officeDocument/2006/relationships" type="homePlate" r:blip="">
                        <dgm:adjLst>
                          <dgm:adj idx="1" val="0.4"/>
                        </dgm:adjLst>
                      </dgm:shape>
                    </dgm:if>
                    <dgm:else name="Name20">
                      <dgm:shape xmlns:r="http://schemas.openxmlformats.org/officeDocument/2006/relationships" rot="180" type="homePlate" r:blip="">
                        <dgm:adjLst>
                          <dgm:adj idx="1" val="0.4"/>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180" type="homePlate" r:blip="">
                        <dgm:adjLst>
                          <dgm:adj idx="1" val="0.4"/>
                        </dgm:adjLst>
                      </dgm:shape>
                    </dgm:if>
                    <dgm:else name="Name26">
                      <dgm:shape xmlns:r="http://schemas.openxmlformats.org/officeDocument/2006/relationships" type="homePlate" r:blip="">
                        <dgm:adjLst>
                          <dgm:adj idx="1" val="0.4"/>
                        </dgm:adjLst>
                      </dgm:shape>
                    </dgm:else>
                  </dgm:choose>
                </dgm:if>
                <dgm:else name="Name27">
                  <dgm:shape xmlns:r="http://schemas.openxmlformats.org/officeDocument/2006/relationships" type="hexagon" r:blip="">
                    <dgm:adjLst>
                      <dgm:adj idx="1" val="0.4"/>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moveWith="Parent1">
          <dgm:varLst>
            <dgm:chMax val="0"/>
            <dgm:chPref val="0"/>
            <dgm:bulletEnabled/>
          </dgm:varLst>
          <dgm:choose name="casesForTxtDirLogic1">
            <dgm:if name="Name77" axis="self" ptType="node" func="posOdd" op="equ" val="1">
              <dgm:alg type="tx">
                <dgm:param type="txAnchorVert" val="b"/>
                <dgm:param type="txAnchorHorz" val="ctr"/>
                <dgm:param type="parTxRTLAlign" val="ctr"/>
                <dgm:param type="parTxLTRAlign" val="ctr"/>
              </dgm:alg>
            </dgm:if>
            <dgm:else name="Name88">
              <dgm:alg type="tx">
                <dgm:param type="txAnchorVert" val="t"/>
                <dgm:param type="txAnchorHorz" val="ctr"/>
                <dgm:param type="parTxRTLAlign" val="ctr"/>
                <dgm:param type="parTxLTRAlign" val="ctr"/>
              </dgm:alg>
            </dgm:else>
          </dgm:choose>
          <dgm:shape xmlns:r="http://schemas.openxmlformats.org/officeDocument/2006/relationships" type="rect" r:blip="">
            <dgm:adjLst/>
          </dgm:shape>
          <dgm:constrLst>
            <dgm:constr type="lMarg"/>
            <dgm:constr type="rMarg"/>
            <dgm:constr type="tMarg" refType="primFontSz" fact="0.7"/>
            <dgm:constr type="bMarg" refType="primFontSz" fact="0.7"/>
          </dgm:constrLst>
          <dgm:presOf axis="ch" ptType="node"/>
          <dgm:ruleLst>
            <dgm:rule type="primFontSz" val="11" fact="NaN" max="NaN"/>
          </dgm:ruleLst>
        </dgm:layoutNode>
        <dgm:layoutNode name="ConnectLine" styleLbl="sibTrans1D1" moveWith="Parent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ConnectLineEnd" styleLbl="node1" moveWith="Parent1">
          <dgm:alg type="sp"/>
          <dgm:shape xmlns:r="http://schemas.openxmlformats.org/officeDocument/2006/relationships" type="rect" r:blip="">
            <dgm:adjLst/>
          </dgm:shape>
          <dgm:presOf/>
          <dgm:constrLst/>
        </dgm:layoutNode>
        <dgm:layoutNode name="EmptyPane" moveWith="Parent1">
          <dgm:alg type="sp"/>
          <dgm:shape xmlns:r="http://schemas.openxmlformats.org/officeDocument/2006/relationships" r:blip="">
            <dgm:adjLst/>
          </dgm:shape>
          <dgm:presOf/>
          <dgm:constrLst/>
        </dgm:layoutNode>
      </dgm:layoutNode>
      <dgm:forEach name="Name28" axis="followSib" ptType="sibTrans" cnt="1">
        <dgm:layoutNode name="spaceBetweenRectangles" styleLbl="fgAcc1">
          <dgm:alg type="conn">
            <dgm:param type="dim" val="1D"/>
            <dgm:param type="srcNode" val="Parent1"/>
            <dgm:param type="dstNode" val="Parent1"/>
            <dgm:param type="begPts" val="midR"/>
            <dgm:param type="endPts" val="midL"/>
            <dgm:param type="endSty" val="noArr"/>
          </dgm:alg>
          <dgm:shape xmlns:r="http://schemas.openxmlformats.org/officeDocument/2006/relationships" type="conn" r:blip="" zOrderOff="-2">
            <dgm:adjLst/>
          </dgm:shape>
          <dgm:presOf/>
          <dgm:constrLst>
            <dgm:constr type="connDi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D87526-5986-4805-9A0C-28DE5A6E365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A9888DD-1824-433D-93E6-107CB483B5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293149-04DB-480C-B99F-2D0FF8BD0396}" type="datetimeFigureOut">
              <a:rPr lang="en-US" smtClean="0"/>
              <a:t>10/22/2025</a:t>
            </a:fld>
            <a:endParaRPr lang="en-US"/>
          </a:p>
        </p:txBody>
      </p:sp>
      <p:sp>
        <p:nvSpPr>
          <p:cNvPr id="4" name="Footer Placeholder 3">
            <a:extLst>
              <a:ext uri="{FF2B5EF4-FFF2-40B4-BE49-F238E27FC236}">
                <a16:creationId xmlns:a16="http://schemas.microsoft.com/office/drawing/2014/main" id="{5625C994-C8B9-41AB-8285-66D0016831E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906165D-EDA6-4378-9333-DCA63E4C44E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31F872-3A93-40C4-8D47-FB2AF6E4D620}" type="slidenum">
              <a:rPr lang="en-US" smtClean="0"/>
              <a:t>‹#›</a:t>
            </a:fld>
            <a:endParaRPr lang="en-US"/>
          </a:p>
        </p:txBody>
      </p:sp>
    </p:spTree>
    <p:extLst>
      <p:ext uri="{BB962C8B-B14F-4D97-AF65-F5344CB8AC3E}">
        <p14:creationId xmlns:p14="http://schemas.microsoft.com/office/powerpoint/2010/main" val="26486659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46B5E7-5914-46DF-85A8-EF1878587CCC}" type="datetimeFigureOut">
              <a:rPr lang="en-US" smtClean="0"/>
              <a:t>10/22/2025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D1EDB5-B54C-40F7-AED3-6FEDBDE3068F}" type="slidenum">
              <a:rPr lang="en-US" smtClean="0"/>
              <a:t>‹#›</a:t>
            </a:fld>
            <a:endParaRPr lang="en-US"/>
          </a:p>
        </p:txBody>
      </p:sp>
    </p:spTree>
    <p:extLst>
      <p:ext uri="{BB962C8B-B14F-4D97-AF65-F5344CB8AC3E}">
        <p14:creationId xmlns:p14="http://schemas.microsoft.com/office/powerpoint/2010/main" val="2756326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113CC-7875-4F05-B815-54E7DAAA6A80}"/>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ABB25AB9-E299-4AB1-A2B0-EB80E50F95C9}"/>
              </a:ext>
            </a:extLst>
          </p:cNvPr>
          <p:cNvSpPr>
            <a:spLocks noGrp="1"/>
          </p:cNvSpPr>
          <p:nvPr>
            <p:ph idx="1"/>
          </p:nvPr>
        </p:nvSpPr>
        <p:spPr>
          <a:xfrm>
            <a:off x="838198" y="1825625"/>
            <a:ext cx="1051560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dirty="0"/>
          </a:p>
        </p:txBody>
      </p:sp>
      <p:sp>
        <p:nvSpPr>
          <p:cNvPr id="4" name="Date Placeholder 3">
            <a:extLst>
              <a:ext uri="{FF2B5EF4-FFF2-40B4-BE49-F238E27FC236}">
                <a16:creationId xmlns:a16="http://schemas.microsoft.com/office/drawing/2014/main" id="{B8F682E1-71F1-43FC-9C45-FBCB64B57EAE}"/>
              </a:ext>
            </a:extLst>
          </p:cNvPr>
          <p:cNvSpPr>
            <a:spLocks noGrp="1"/>
          </p:cNvSpPr>
          <p:nvPr>
            <p:ph type="dt" sz="half" idx="10"/>
          </p:nvPr>
        </p:nvSpPr>
        <p:spPr/>
        <p:txBody>
          <a:bodyPr/>
          <a:lstStyle/>
          <a:p>
            <a:fld id="{A8FC353A-A497-4FE5-BFA6-2FC0A50C3DBA}" type="datetimeFigureOut">
              <a:rPr lang="en-US" noProof="0" smtClean="0"/>
              <a:t>10/22/2025</a:t>
            </a:fld>
            <a:endParaRPr lang="en-US" noProof="0"/>
          </a:p>
        </p:txBody>
      </p:sp>
      <p:sp>
        <p:nvSpPr>
          <p:cNvPr id="5" name="Footer Placeholder 4">
            <a:extLst>
              <a:ext uri="{FF2B5EF4-FFF2-40B4-BE49-F238E27FC236}">
                <a16:creationId xmlns:a16="http://schemas.microsoft.com/office/drawing/2014/main" id="{14FDD2E0-D7DC-4BEF-A3A0-6DB5E16D902A}"/>
              </a:ext>
            </a:extLst>
          </p:cNvPr>
          <p:cNvSpPr>
            <a:spLocks noGrp="1"/>
          </p:cNvSpPr>
          <p:nvPr>
            <p:ph type="ftr" sz="quarter" idx="11"/>
          </p:nvPr>
        </p:nvSpPr>
        <p:spPr/>
        <p:txBody>
          <a:bodyPr/>
          <a:lstStyle/>
          <a:p>
            <a:endParaRPr lang="en-US" noProof="0" dirty="0"/>
          </a:p>
        </p:txBody>
      </p:sp>
      <p:sp>
        <p:nvSpPr>
          <p:cNvPr id="6" name="Slide Number Placeholder 5">
            <a:extLst>
              <a:ext uri="{FF2B5EF4-FFF2-40B4-BE49-F238E27FC236}">
                <a16:creationId xmlns:a16="http://schemas.microsoft.com/office/drawing/2014/main" id="{D5251739-427E-47C0-B7B5-39F607DBFE4C}"/>
              </a:ext>
            </a:extLst>
          </p:cNvPr>
          <p:cNvSpPr>
            <a:spLocks noGrp="1"/>
          </p:cNvSpPr>
          <p:nvPr>
            <p:ph type="sldNum" sz="quarter" idx="12"/>
          </p:nvPr>
        </p:nvSpPr>
        <p:spPr/>
        <p:txBody>
          <a:bodyPr/>
          <a:lstStyle/>
          <a:p>
            <a:fld id="{C63AC632-CBE0-46E5-90EF-472F97772B7E}" type="slidenum">
              <a:rPr lang="en-US" noProof="0" smtClean="0"/>
              <a:t>‹#›</a:t>
            </a:fld>
            <a:endParaRPr lang="en-US" noProof="0" dirty="0"/>
          </a:p>
        </p:txBody>
      </p:sp>
    </p:spTree>
    <p:extLst>
      <p:ext uri="{BB962C8B-B14F-4D97-AF65-F5344CB8AC3E}">
        <p14:creationId xmlns:p14="http://schemas.microsoft.com/office/powerpoint/2010/main" val="315310146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F92E8F-54AB-46D3-88CF-E717BC212C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30E8A0-AA93-4D38-81C5-EC63E1EC39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4FE646-8520-427D-ACD3-69976EEBF7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9F822C-F838-414C-BE88-4C36BDF8A5E0}" type="datetimeFigureOut">
              <a:rPr lang="en-US" smtClean="0"/>
              <a:t>10/22/2025</a:t>
            </a:fld>
            <a:endParaRPr lang="en-US"/>
          </a:p>
        </p:txBody>
      </p:sp>
      <p:sp>
        <p:nvSpPr>
          <p:cNvPr id="5" name="Footer Placeholder 4">
            <a:extLst>
              <a:ext uri="{FF2B5EF4-FFF2-40B4-BE49-F238E27FC236}">
                <a16:creationId xmlns:a16="http://schemas.microsoft.com/office/drawing/2014/main" id="{2705FDAB-3FCC-421B-B8DF-073DEE2E26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D8FBED1-D092-4841-B651-580D34D551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35DBF2-A8CF-448E-B167-C826703D0B69}" type="slidenum">
              <a:rPr lang="en-US" smtClean="0"/>
              <a:t>‹#›</a:t>
            </a:fld>
            <a:endParaRPr lang="en-US" dirty="0"/>
          </a:p>
        </p:txBody>
      </p:sp>
    </p:spTree>
    <p:extLst>
      <p:ext uri="{BB962C8B-B14F-4D97-AF65-F5344CB8AC3E}">
        <p14:creationId xmlns:p14="http://schemas.microsoft.com/office/powerpoint/2010/main" val="3983112195"/>
      </p:ext>
    </p:extLst>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9F6E5-B39C-4C4A-9E5D-25FBF30DD906}"/>
              </a:ext>
            </a:extLst>
          </p:cNvPr>
          <p:cNvSpPr>
            <a:spLocks noGrp="1"/>
          </p:cNvSpPr>
          <p:nvPr>
            <p:ph type="title"/>
          </p:nvPr>
        </p:nvSpPr>
        <p:spPr>
          <a:xfrm>
            <a:off x="398721" y="365125"/>
            <a:ext cx="10955079" cy="1325563"/>
          </a:xfrm>
        </p:spPr>
        <p:txBody>
          <a:bodyPr/>
          <a:lstStyle/>
          <a:p>
            <a:pPr algn="ctr"/>
            <a:r>
              <a:rPr lang="en-IN" dirty="0"/>
              <a:t>PDR TIMELINE</a:t>
            </a:r>
            <a:endParaRPr lang="ru-RU" dirty="0"/>
          </a:p>
        </p:txBody>
      </p:sp>
      <p:graphicFrame>
        <p:nvGraphicFramePr>
          <p:cNvPr id="4" name="Content Placeholder 3" descr="Placeholder Timeline">
            <a:extLst>
              <a:ext uri="{FF2B5EF4-FFF2-40B4-BE49-F238E27FC236}">
                <a16:creationId xmlns:a16="http://schemas.microsoft.com/office/drawing/2014/main" id="{DB0E5A95-7880-4EB7-8DC9-6AC3E546D0E6}"/>
              </a:ext>
            </a:extLst>
          </p:cNvPr>
          <p:cNvGraphicFramePr>
            <a:graphicFrameLocks noGrp="1"/>
          </p:cNvGraphicFramePr>
          <p:nvPr>
            <p:ph idx="1"/>
            <p:extLst>
              <p:ext uri="{D42A27DB-BD31-4B8C-83A1-F6EECF244321}">
                <p14:modId xmlns:p14="http://schemas.microsoft.com/office/powerpoint/2010/main" val="135803217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66368873"/>
      </p:ext>
    </p:extLst>
  </p:cSld>
  <p:clrMapOvr>
    <a:masterClrMapping/>
  </p:clrMapOvr>
</p:sld>
</file>

<file path=ppt/theme/theme1.xml><?xml version="1.0" encoding="utf-8"?>
<a:theme xmlns:a="http://schemas.openxmlformats.org/drawingml/2006/main" name="Office Theme">
  <a:themeElements>
    <a:clrScheme name="Recordsure">
      <a:dk1>
        <a:sysClr val="windowText" lastClr="000000"/>
      </a:dk1>
      <a:lt1>
        <a:sysClr val="window" lastClr="FFFFFF"/>
      </a:lt1>
      <a:dk2>
        <a:srgbClr val="44546A"/>
      </a:dk2>
      <a:lt2>
        <a:srgbClr val="E7E6E6"/>
      </a:lt2>
      <a:accent1>
        <a:srgbClr val="2D184F"/>
      </a:accent1>
      <a:accent2>
        <a:srgbClr val="F59120"/>
      </a:accent2>
      <a:accent3>
        <a:srgbClr val="EA2B7B"/>
      </a:accent3>
      <a:accent4>
        <a:srgbClr val="3F3F3F"/>
      </a:accent4>
      <a:accent5>
        <a:srgbClr val="F2F2F2"/>
      </a:accent5>
      <a:accent6>
        <a:srgbClr val="2D184F"/>
      </a:accent6>
      <a:hlink>
        <a:srgbClr val="2D184F"/>
      </a:hlink>
      <a:folHlink>
        <a:srgbClr val="2D184F"/>
      </a:folHlink>
    </a:clrScheme>
    <a:fontScheme name="Custom 242">
      <a:majorFont>
        <a:latin typeface="Rockwell"/>
        <a:ea typeface=""/>
        <a:cs typeface=""/>
      </a:majorFont>
      <a:minorFont>
        <a:latin typeface="Corbe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imeline from Smartart_03_SB_MO - v5" id="{425EA364-DCB0-43CA-AF00-818259ABB39D}" vid="{79945F6C-7F23-4807-8DFE-8CDF775AD4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612E19-D4B9-46B2-8454-FD75D2F4E6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FECF931-103B-45DC-BD65-E857FF219F39}">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2D74EB9B-7266-4B7D-8D05-61AFFA2D98C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Project milestones timeline</Template>
  <TotalTime>97</TotalTime>
  <Words>51</Words>
  <Application>Microsoft Office PowerPoint</Application>
  <PresentationFormat>Widescreen</PresentationFormat>
  <Paragraphs>10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Corbel</vt:lpstr>
      <vt:lpstr>Rockwell</vt:lpstr>
      <vt:lpstr>Office Theme</vt:lpstr>
      <vt:lpstr>PDR TIMELINE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Tamanna Singh Dhiman</dc:creator>
  <cp:lastModifiedBy>Tamanna Singh Dhiman</cp:lastModifiedBy>
  <cp:revision>1</cp:revision>
  <dcterms:created xsi:type="dcterms:W3CDTF">2025-10-22T11:56:07Z</dcterms:created>
  <dcterms:modified xsi:type="dcterms:W3CDTF">2025-10-22T13:33:35Z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